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7"/>
  </p:notesMasterIdLst>
  <p:sldIdLst>
    <p:sldId id="256" r:id="rId2"/>
    <p:sldId id="265" r:id="rId3"/>
    <p:sldId id="283" r:id="rId4"/>
    <p:sldId id="281" r:id="rId5"/>
    <p:sldId id="282" r:id="rId6"/>
    <p:sldId id="284" r:id="rId7"/>
    <p:sldId id="260" r:id="rId8"/>
    <p:sldId id="264" r:id="rId9"/>
    <p:sldId id="266" r:id="rId10"/>
    <p:sldId id="279" r:id="rId11"/>
    <p:sldId id="268" r:id="rId12"/>
    <p:sldId id="280" r:id="rId13"/>
    <p:sldId id="288" r:id="rId14"/>
    <p:sldId id="286" r:id="rId15"/>
    <p:sldId id="287" r:id="rId1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YE" dirty="0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8E1A81A-81D7-4A81-B8BD-EAE7E66FE65D}" type="datetimeFigureOut">
              <a:rPr lang="ar-YE" smtClean="0"/>
              <a:t>29/12/1447</a:t>
            </a:fld>
            <a:endParaRPr lang="ar-YE" dirty="0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YE" dirty="0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YE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YE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E18DCDA-A674-419A-B12C-0249AB3E20CC}" type="slidenum">
              <a:rPr lang="ar-YE" smtClean="0"/>
              <a:t>‹#›</a:t>
            </a:fld>
            <a:endParaRPr lang="ar-YE" dirty="0"/>
          </a:p>
        </p:txBody>
      </p:sp>
    </p:spTree>
    <p:extLst>
      <p:ext uri="{BB962C8B-B14F-4D97-AF65-F5344CB8AC3E}">
        <p14:creationId xmlns:p14="http://schemas.microsoft.com/office/powerpoint/2010/main" val="2354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Y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18DCDA-A674-419A-B12C-0249AB3E20CC}" type="slidenum">
              <a:rPr lang="ar-YE" smtClean="0"/>
              <a:t>5</a:t>
            </a:fld>
            <a:endParaRPr lang="ar-YE" dirty="0"/>
          </a:p>
        </p:txBody>
      </p:sp>
    </p:spTree>
    <p:extLst>
      <p:ext uri="{BB962C8B-B14F-4D97-AF65-F5344CB8AC3E}">
        <p14:creationId xmlns:p14="http://schemas.microsoft.com/office/powerpoint/2010/main" val="2176267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الثانوي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0886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799619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7092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0461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358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3108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2181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14502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1010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65638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71557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BE5AD-D513-4DF8-AF67-BD805CD12998}" type="datetimeFigureOut">
              <a:rPr lang="ar-SA" smtClean="0"/>
              <a:t>29/12/1447</a:t>
            </a:fld>
            <a:endParaRPr lang="ar-SA" dirty="0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 dirty="0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35FFE-1E26-4C7F-956A-4161292EDE6A}" type="slidenum">
              <a:rPr lang="ar-SA" smtClean="0"/>
              <a:t>‹#›</a:t>
            </a:fld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41763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92239" y="5882185"/>
            <a:ext cx="9144000" cy="566382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</a:pPr>
            <a:r>
              <a:rPr lang="en-US" sz="2000" b="1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 :</a:t>
            </a:r>
            <a:endParaRPr lang="en-US" sz="1800" b="1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جدول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387596"/>
              </p:ext>
            </p:extLst>
          </p:nvPr>
        </p:nvGraphicFramePr>
        <p:xfrm>
          <a:off x="532262" y="336879"/>
          <a:ext cx="11259404" cy="474928"/>
        </p:xfrm>
        <a:graphic>
          <a:graphicData uri="http://schemas.openxmlformats.org/drawingml/2006/table">
            <a:tbl>
              <a:tblPr firstRow="1" firstCol="1" bandRow="1"/>
              <a:tblGrid>
                <a:gridCol w="11259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49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Case Presentation Template</a:t>
                      </a:r>
                      <a:endParaRPr lang="en-US" sz="1200" b="1" dirty="0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جدول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655308"/>
              </p:ext>
            </p:extLst>
          </p:nvPr>
        </p:nvGraphicFramePr>
        <p:xfrm>
          <a:off x="906439" y="1352462"/>
          <a:ext cx="10515600" cy="1398899"/>
        </p:xfrm>
        <a:graphic>
          <a:graphicData uri="http://schemas.openxmlformats.org/drawingml/2006/table">
            <a:tbl>
              <a:tblPr firstRow="1" firstCol="1" bandRow="1"/>
              <a:tblGrid>
                <a:gridCol w="7358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499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Personal Information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54" marR="673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S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00">
                <a:tc>
                  <a:txBody>
                    <a:bodyPr/>
                    <a:lstStyle/>
                    <a:p>
                      <a:pPr algn="l" rtl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Patient Name:</a:t>
                      </a:r>
                      <a:endParaRPr lang="en-US" sz="1600" b="1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354" marR="673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File No:</a:t>
                      </a:r>
                    </a:p>
                  </a:txBody>
                  <a:tcPr marL="67354" marR="673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2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Date of Birth/ Age:</a:t>
                      </a:r>
                    </a:p>
                  </a:txBody>
                  <a:tcPr marL="67354" marR="673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Gender:</a:t>
                      </a:r>
                    </a:p>
                  </a:txBody>
                  <a:tcPr marL="67354" marR="6735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285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2541731"/>
            <a:ext cx="9144000" cy="122505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rtl="0"/>
            <a:r>
              <a:rPr lang="en-US" sz="7200" dirty="0">
                <a:solidFill>
                  <a:schemeClr val="bg1"/>
                </a:solidFill>
                <a:latin typeface="Berlin Sans FB" panose="020E0602020502020306" pitchFamily="34" charset="0"/>
              </a:rPr>
              <a:t>Pre-treatment Record </a:t>
            </a:r>
            <a:endParaRPr lang="ar-SA" sz="7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75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57098" y="365125"/>
            <a:ext cx="5964071" cy="65845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EXTRA ORAL PHOTOGRAPH</a:t>
            </a:r>
            <a:endParaRPr lang="ar-S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مستطيل 4"/>
          <p:cNvSpPr>
            <a:spLocks/>
          </p:cNvSpPr>
          <p:nvPr/>
        </p:nvSpPr>
        <p:spPr>
          <a:xfrm>
            <a:off x="524302" y="1951626"/>
            <a:ext cx="2682922" cy="360528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6" name="مستطيل 5"/>
          <p:cNvSpPr/>
          <p:nvPr/>
        </p:nvSpPr>
        <p:spPr>
          <a:xfrm>
            <a:off x="3338019" y="1951626"/>
            <a:ext cx="2682922" cy="360528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7" name="مستطيل 6"/>
          <p:cNvSpPr/>
          <p:nvPr/>
        </p:nvSpPr>
        <p:spPr>
          <a:xfrm>
            <a:off x="6124439" y="1951627"/>
            <a:ext cx="2682922" cy="360273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8" name="مستطيل 7"/>
          <p:cNvSpPr>
            <a:spLocks noChangeAspect="1"/>
          </p:cNvSpPr>
          <p:nvPr/>
        </p:nvSpPr>
        <p:spPr>
          <a:xfrm>
            <a:off x="8924524" y="1951626"/>
            <a:ext cx="2682923" cy="360528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9" name="مستطيل مستدير الزوايا 8"/>
          <p:cNvSpPr/>
          <p:nvPr/>
        </p:nvSpPr>
        <p:spPr>
          <a:xfrm>
            <a:off x="767763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Frontal (relaxed)</a:t>
            </a:r>
            <a:endParaRPr lang="ar-SA" sz="2400" b="1" dirty="0">
              <a:latin typeface="+mj-lt"/>
            </a:endParaRPr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581480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Frontal</a:t>
            </a:r>
            <a:r>
              <a:rPr lang="en-US" b="1" dirty="0">
                <a:latin typeface="+mj-lt"/>
              </a:rPr>
              <a:t> (</a:t>
            </a:r>
            <a:r>
              <a:rPr lang="en-US" sz="2400" b="1" dirty="0">
                <a:latin typeface="+mj-lt"/>
              </a:rPr>
              <a:t>Smiling</a:t>
            </a:r>
            <a:r>
              <a:rPr lang="en-US" b="1" dirty="0">
                <a:latin typeface="+mj-lt"/>
              </a:rPr>
              <a:t>)</a:t>
            </a:r>
            <a:endParaRPr lang="ar-SA" b="1" dirty="0">
              <a:latin typeface="+mj-lt"/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6354828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3/4 Profile</a:t>
            </a:r>
            <a:endParaRPr lang="ar-SA" sz="2400" b="1" dirty="0">
              <a:latin typeface="+mj-lt"/>
            </a:endParaRPr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9167984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Profile (relaxed)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7045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72232" y="92468"/>
            <a:ext cx="5964071" cy="65845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INTRA ORAL PHOTOGRAPH</a:t>
            </a:r>
            <a:endParaRPr lang="ar-S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مستطيل 4"/>
          <p:cNvSpPr/>
          <p:nvPr/>
        </p:nvSpPr>
        <p:spPr>
          <a:xfrm>
            <a:off x="986384" y="1541084"/>
            <a:ext cx="3240000" cy="198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4450310" y="1541084"/>
            <a:ext cx="3240000" cy="198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7882152" y="1541084"/>
            <a:ext cx="3240000" cy="198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9" name="مستطيل مستدير الزوايا 8"/>
          <p:cNvSpPr/>
          <p:nvPr/>
        </p:nvSpPr>
        <p:spPr>
          <a:xfrm>
            <a:off x="1815187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Right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5383993" y="1055079"/>
            <a:ext cx="1440000" cy="39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Frontal 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8760462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Left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7351262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Lower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مستطيل 17"/>
          <p:cNvSpPr/>
          <p:nvPr/>
        </p:nvSpPr>
        <p:spPr>
          <a:xfrm>
            <a:off x="2551833" y="3684462"/>
            <a:ext cx="3420000" cy="252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19" name="مستطيل 18"/>
          <p:cNvSpPr/>
          <p:nvPr/>
        </p:nvSpPr>
        <p:spPr>
          <a:xfrm>
            <a:off x="6145262" y="3684462"/>
            <a:ext cx="3420000" cy="252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21" name="مستطيل مستدير الزوايا 20"/>
          <p:cNvSpPr/>
          <p:nvPr/>
        </p:nvSpPr>
        <p:spPr>
          <a:xfrm>
            <a:off x="3754468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upper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730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مستطيل 13"/>
          <p:cNvSpPr/>
          <p:nvPr/>
        </p:nvSpPr>
        <p:spPr>
          <a:xfrm>
            <a:off x="3115193" y="4884883"/>
            <a:ext cx="2460692" cy="180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8" name="مستطيل 17"/>
          <p:cNvSpPr/>
          <p:nvPr/>
        </p:nvSpPr>
        <p:spPr>
          <a:xfrm>
            <a:off x="5884161" y="4884883"/>
            <a:ext cx="2460692" cy="180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6" name="مستطيل 15"/>
          <p:cNvSpPr/>
          <p:nvPr/>
        </p:nvSpPr>
        <p:spPr>
          <a:xfrm>
            <a:off x="7156247" y="3145978"/>
            <a:ext cx="2468880" cy="16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5" name="مستطيل 14"/>
          <p:cNvSpPr/>
          <p:nvPr/>
        </p:nvSpPr>
        <p:spPr>
          <a:xfrm>
            <a:off x="4495433" y="3145978"/>
            <a:ext cx="2468880" cy="16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3" name="مستطيل 12"/>
          <p:cNvSpPr/>
          <p:nvPr/>
        </p:nvSpPr>
        <p:spPr>
          <a:xfrm>
            <a:off x="1833184" y="3145536"/>
            <a:ext cx="2468880" cy="16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4" name="مستطيل مستدير الزوايا 23"/>
          <p:cNvSpPr/>
          <p:nvPr/>
        </p:nvSpPr>
        <p:spPr>
          <a:xfrm>
            <a:off x="2237106" y="3743696"/>
            <a:ext cx="1440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Right</a:t>
            </a:r>
            <a:r>
              <a:rPr lang="en-US" b="1" dirty="0"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Side</a:t>
            </a:r>
            <a:endParaRPr lang="ar-SA" sz="2400" b="1" dirty="0">
              <a:latin typeface="+mj-lt"/>
            </a:endParaRPr>
          </a:p>
        </p:txBody>
      </p:sp>
      <p:sp>
        <p:nvSpPr>
          <p:cNvPr id="25" name="مستطيل مستدير الزوايا 24"/>
          <p:cNvSpPr/>
          <p:nvPr/>
        </p:nvSpPr>
        <p:spPr>
          <a:xfrm>
            <a:off x="5016251" y="3711905"/>
            <a:ext cx="1440000" cy="396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Frontal </a:t>
            </a:r>
            <a:endParaRPr lang="ar-SA" sz="2400" b="1" dirty="0">
              <a:latin typeface="+mj-lt"/>
            </a:endParaRPr>
          </a:p>
        </p:txBody>
      </p:sp>
      <p:sp>
        <p:nvSpPr>
          <p:cNvPr id="26" name="مستطيل مستدير الزوايا 25"/>
          <p:cNvSpPr/>
          <p:nvPr/>
        </p:nvSpPr>
        <p:spPr>
          <a:xfrm>
            <a:off x="7695932" y="3743696"/>
            <a:ext cx="1440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Left</a:t>
            </a:r>
            <a:r>
              <a:rPr lang="en-US" b="1" dirty="0"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Side</a:t>
            </a:r>
            <a:endParaRPr lang="ar-SA" sz="2400" b="1" dirty="0">
              <a:latin typeface="+mj-lt"/>
            </a:endParaRPr>
          </a:p>
        </p:txBody>
      </p:sp>
      <p:sp>
        <p:nvSpPr>
          <p:cNvPr id="27" name="مستطيل مستدير الزوايا 26"/>
          <p:cNvSpPr/>
          <p:nvPr/>
        </p:nvSpPr>
        <p:spPr>
          <a:xfrm>
            <a:off x="6610507" y="5620925"/>
            <a:ext cx="1008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Lower</a:t>
            </a:r>
            <a:endParaRPr lang="ar-SA" sz="2400" b="1" dirty="0">
              <a:latin typeface="+mj-lt"/>
            </a:endParaRPr>
          </a:p>
        </p:txBody>
      </p:sp>
      <p:sp>
        <p:nvSpPr>
          <p:cNvPr id="28" name="مستطيل مستدير الزوايا 27"/>
          <p:cNvSpPr/>
          <p:nvPr/>
        </p:nvSpPr>
        <p:spPr>
          <a:xfrm>
            <a:off x="3827009" y="5633686"/>
            <a:ext cx="1008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upper</a:t>
            </a:r>
            <a:endParaRPr lang="ar-SA" sz="2400" b="1" dirty="0">
              <a:latin typeface="+mj-lt"/>
            </a:endParaRPr>
          </a:p>
        </p:txBody>
      </p:sp>
      <p:sp>
        <p:nvSpPr>
          <p:cNvPr id="3" name="مستطيل 4">
            <a:extLst>
              <a:ext uri="{FF2B5EF4-FFF2-40B4-BE49-F238E27FC236}">
                <a16:creationId xmlns:a16="http://schemas.microsoft.com/office/drawing/2014/main" id="{0404B517-FCF7-6721-B10C-80D6FA72CD52}"/>
              </a:ext>
            </a:extLst>
          </p:cNvPr>
          <p:cNvSpPr>
            <a:spLocks/>
          </p:cNvSpPr>
          <p:nvPr/>
        </p:nvSpPr>
        <p:spPr>
          <a:xfrm>
            <a:off x="801297" y="135833"/>
            <a:ext cx="2150693" cy="289007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0" name="مستطيل 5">
            <a:extLst>
              <a:ext uri="{FF2B5EF4-FFF2-40B4-BE49-F238E27FC236}">
                <a16:creationId xmlns:a16="http://schemas.microsoft.com/office/drawing/2014/main" id="{56298F6C-1C58-D70E-607D-C1F4C735BDF0}"/>
              </a:ext>
            </a:extLst>
          </p:cNvPr>
          <p:cNvSpPr/>
          <p:nvPr/>
        </p:nvSpPr>
        <p:spPr>
          <a:xfrm>
            <a:off x="3615013" y="135834"/>
            <a:ext cx="2150691" cy="289007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1" name="مستطيل 6">
            <a:extLst>
              <a:ext uri="{FF2B5EF4-FFF2-40B4-BE49-F238E27FC236}">
                <a16:creationId xmlns:a16="http://schemas.microsoft.com/office/drawing/2014/main" id="{3AF0EDBF-11BB-8195-0437-EFC623B52520}"/>
              </a:ext>
            </a:extLst>
          </p:cNvPr>
          <p:cNvSpPr/>
          <p:nvPr/>
        </p:nvSpPr>
        <p:spPr>
          <a:xfrm>
            <a:off x="6401434" y="135834"/>
            <a:ext cx="2150693" cy="289189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2" name="مستطيل 7">
            <a:extLst>
              <a:ext uri="{FF2B5EF4-FFF2-40B4-BE49-F238E27FC236}">
                <a16:creationId xmlns:a16="http://schemas.microsoft.com/office/drawing/2014/main" id="{9D26E929-1F91-26F8-F9F5-B9C11BC5FE03}"/>
              </a:ext>
            </a:extLst>
          </p:cNvPr>
          <p:cNvSpPr>
            <a:spLocks noChangeAspect="1"/>
          </p:cNvSpPr>
          <p:nvPr/>
        </p:nvSpPr>
        <p:spPr>
          <a:xfrm>
            <a:off x="9201519" y="135834"/>
            <a:ext cx="2150693" cy="289372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064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72232" y="92468"/>
            <a:ext cx="5964071" cy="65845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STUDY CAST PHOTOGRAPH</a:t>
            </a:r>
            <a:endParaRPr lang="ar-S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مستطيل 4"/>
          <p:cNvSpPr/>
          <p:nvPr/>
        </p:nvSpPr>
        <p:spPr>
          <a:xfrm>
            <a:off x="986384" y="1541084"/>
            <a:ext cx="3240000" cy="201168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4418226" y="1541084"/>
            <a:ext cx="3240000" cy="201168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7882152" y="1541084"/>
            <a:ext cx="3240000" cy="201168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9" name="مستطيل مستدير الزوايا 8"/>
          <p:cNvSpPr/>
          <p:nvPr/>
        </p:nvSpPr>
        <p:spPr>
          <a:xfrm>
            <a:off x="1815187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Right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5383993" y="1055079"/>
            <a:ext cx="1440000" cy="39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Frontal 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8760462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Left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7351262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Lower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مستطيل 17"/>
          <p:cNvSpPr/>
          <p:nvPr/>
        </p:nvSpPr>
        <p:spPr>
          <a:xfrm>
            <a:off x="2551833" y="3684462"/>
            <a:ext cx="3420000" cy="255117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19" name="مستطيل 18"/>
          <p:cNvSpPr/>
          <p:nvPr/>
        </p:nvSpPr>
        <p:spPr>
          <a:xfrm>
            <a:off x="6145262" y="3684462"/>
            <a:ext cx="3420000" cy="255117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21" name="مستطيل مستدير الزوايا 20"/>
          <p:cNvSpPr/>
          <p:nvPr/>
        </p:nvSpPr>
        <p:spPr>
          <a:xfrm>
            <a:off x="3754468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upper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8779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مستدير الزوايا 4"/>
          <p:cNvSpPr/>
          <p:nvPr/>
        </p:nvSpPr>
        <p:spPr>
          <a:xfrm>
            <a:off x="4910389" y="615490"/>
            <a:ext cx="2371222" cy="4787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Panoramic X-Ray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45835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مستدير الزوايا 4"/>
          <p:cNvSpPr/>
          <p:nvPr/>
        </p:nvSpPr>
        <p:spPr>
          <a:xfrm>
            <a:off x="1750401" y="805217"/>
            <a:ext cx="2889837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Cephalometric  X-Ray</a:t>
            </a:r>
            <a:endParaRPr lang="ar-SA" sz="2400" b="1" dirty="0">
              <a:latin typeface="+mj-lt"/>
            </a:endParaRPr>
          </a:p>
        </p:txBody>
      </p:sp>
      <p:sp>
        <p:nvSpPr>
          <p:cNvPr id="7" name="مستطيل مستدير الزوايا 6"/>
          <p:cNvSpPr/>
          <p:nvPr/>
        </p:nvSpPr>
        <p:spPr>
          <a:xfrm>
            <a:off x="7129894" y="797787"/>
            <a:ext cx="3010393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Cephalometric  Tracing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70443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2541731"/>
            <a:ext cx="9144000" cy="1225052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rtl="0"/>
            <a:r>
              <a:rPr lang="en-US" sz="7200" dirty="0">
                <a:solidFill>
                  <a:schemeClr val="bg1"/>
                </a:solidFill>
                <a:latin typeface="Berlin Sans FB" panose="020E0602020502020306" pitchFamily="34" charset="0"/>
              </a:rPr>
              <a:t>Post-treatment Record </a:t>
            </a:r>
            <a:endParaRPr lang="ar-SA" sz="7200" dirty="0">
              <a:solidFill>
                <a:schemeClr val="bg1"/>
              </a:solidFill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01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57098" y="365125"/>
            <a:ext cx="5964071" cy="65845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EXTRA ORAL PHOTOGRAPH</a:t>
            </a:r>
            <a:endParaRPr lang="ar-S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مستطيل 4"/>
          <p:cNvSpPr>
            <a:spLocks/>
          </p:cNvSpPr>
          <p:nvPr/>
        </p:nvSpPr>
        <p:spPr>
          <a:xfrm>
            <a:off x="524302" y="1951626"/>
            <a:ext cx="2682922" cy="360528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6" name="مستطيل 5"/>
          <p:cNvSpPr/>
          <p:nvPr/>
        </p:nvSpPr>
        <p:spPr>
          <a:xfrm>
            <a:off x="3338019" y="1951626"/>
            <a:ext cx="2682922" cy="360528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7" name="مستطيل 6"/>
          <p:cNvSpPr/>
          <p:nvPr/>
        </p:nvSpPr>
        <p:spPr>
          <a:xfrm>
            <a:off x="6124439" y="1951627"/>
            <a:ext cx="2682922" cy="360273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8" name="مستطيل 7"/>
          <p:cNvSpPr>
            <a:spLocks noChangeAspect="1"/>
          </p:cNvSpPr>
          <p:nvPr/>
        </p:nvSpPr>
        <p:spPr>
          <a:xfrm>
            <a:off x="8924524" y="1951626"/>
            <a:ext cx="2682923" cy="3605281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9" name="مستطيل مستدير الزوايا 8"/>
          <p:cNvSpPr/>
          <p:nvPr/>
        </p:nvSpPr>
        <p:spPr>
          <a:xfrm>
            <a:off x="767763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Frontal (relaxed)</a:t>
            </a:r>
            <a:endParaRPr lang="ar-SA" sz="2400" b="1" dirty="0">
              <a:latin typeface="+mj-lt"/>
            </a:endParaRPr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3581480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Frontal</a:t>
            </a:r>
            <a:r>
              <a:rPr lang="en-US" b="1" dirty="0">
                <a:latin typeface="+mj-lt"/>
              </a:rPr>
              <a:t> (</a:t>
            </a:r>
            <a:r>
              <a:rPr lang="en-US" sz="2400" b="1" dirty="0">
                <a:latin typeface="+mj-lt"/>
              </a:rPr>
              <a:t>Smiling</a:t>
            </a:r>
            <a:r>
              <a:rPr lang="en-US" b="1" dirty="0">
                <a:latin typeface="+mj-lt"/>
              </a:rPr>
              <a:t>)</a:t>
            </a:r>
            <a:endParaRPr lang="ar-SA" b="1" dirty="0">
              <a:latin typeface="+mj-lt"/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6354828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3/4 Profile</a:t>
            </a:r>
            <a:endParaRPr lang="ar-SA" sz="2400" b="1" dirty="0">
              <a:latin typeface="+mj-lt"/>
            </a:endParaRPr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9167984" y="1419365"/>
            <a:ext cx="2196000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Profile (relaxed)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67108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72232" y="92468"/>
            <a:ext cx="5964071" cy="65845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INTRA ORAL PHOTOGRAPH</a:t>
            </a:r>
            <a:endParaRPr lang="ar-S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مستطيل 4"/>
          <p:cNvSpPr/>
          <p:nvPr/>
        </p:nvSpPr>
        <p:spPr>
          <a:xfrm>
            <a:off x="986384" y="1541084"/>
            <a:ext cx="3240000" cy="198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4434268" y="1541084"/>
            <a:ext cx="3240000" cy="198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7882152" y="1541084"/>
            <a:ext cx="3240000" cy="198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9" name="مستطيل مستدير الزوايا 8"/>
          <p:cNvSpPr/>
          <p:nvPr/>
        </p:nvSpPr>
        <p:spPr>
          <a:xfrm>
            <a:off x="1815187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Right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5383993" y="1055079"/>
            <a:ext cx="1440000" cy="39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Frontal 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8760462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Left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7351262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Lower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مستطيل 17"/>
          <p:cNvSpPr/>
          <p:nvPr/>
        </p:nvSpPr>
        <p:spPr>
          <a:xfrm>
            <a:off x="2535791" y="3684462"/>
            <a:ext cx="3420000" cy="252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19" name="مستطيل 18"/>
          <p:cNvSpPr/>
          <p:nvPr/>
        </p:nvSpPr>
        <p:spPr>
          <a:xfrm>
            <a:off x="6145262" y="3684462"/>
            <a:ext cx="3420000" cy="252000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21" name="مستطيل مستدير الزوايا 20"/>
          <p:cNvSpPr/>
          <p:nvPr/>
        </p:nvSpPr>
        <p:spPr>
          <a:xfrm>
            <a:off x="3722384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upper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4580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مستطيل 13"/>
          <p:cNvSpPr/>
          <p:nvPr/>
        </p:nvSpPr>
        <p:spPr>
          <a:xfrm>
            <a:off x="3115193" y="4900925"/>
            <a:ext cx="2460692" cy="180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8" name="مستطيل 17"/>
          <p:cNvSpPr/>
          <p:nvPr/>
        </p:nvSpPr>
        <p:spPr>
          <a:xfrm>
            <a:off x="5884161" y="4900925"/>
            <a:ext cx="2460692" cy="180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6" name="مستطيل 15"/>
          <p:cNvSpPr/>
          <p:nvPr/>
        </p:nvSpPr>
        <p:spPr>
          <a:xfrm>
            <a:off x="7156247" y="3145978"/>
            <a:ext cx="2481636" cy="16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5" name="مستطيل 14"/>
          <p:cNvSpPr/>
          <p:nvPr/>
        </p:nvSpPr>
        <p:spPr>
          <a:xfrm>
            <a:off x="4495433" y="3145978"/>
            <a:ext cx="2481636" cy="16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13" name="مستطيل 12"/>
          <p:cNvSpPr/>
          <p:nvPr/>
        </p:nvSpPr>
        <p:spPr>
          <a:xfrm>
            <a:off x="1817142" y="3145536"/>
            <a:ext cx="2481636" cy="16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4" name="مستطيل مستدير الزوايا 23"/>
          <p:cNvSpPr/>
          <p:nvPr/>
        </p:nvSpPr>
        <p:spPr>
          <a:xfrm>
            <a:off x="2237106" y="3743696"/>
            <a:ext cx="1440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Right</a:t>
            </a:r>
            <a:r>
              <a:rPr lang="en-US" b="1" dirty="0"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Side</a:t>
            </a:r>
            <a:endParaRPr lang="ar-SA" sz="2400" b="1" dirty="0">
              <a:latin typeface="+mj-lt"/>
            </a:endParaRPr>
          </a:p>
        </p:txBody>
      </p:sp>
      <p:sp>
        <p:nvSpPr>
          <p:cNvPr id="25" name="مستطيل مستدير الزوايا 24"/>
          <p:cNvSpPr/>
          <p:nvPr/>
        </p:nvSpPr>
        <p:spPr>
          <a:xfrm>
            <a:off x="5016251" y="3711905"/>
            <a:ext cx="1440000" cy="396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Frontal </a:t>
            </a:r>
            <a:endParaRPr lang="ar-SA" sz="2400" b="1" dirty="0">
              <a:latin typeface="+mj-lt"/>
            </a:endParaRPr>
          </a:p>
        </p:txBody>
      </p:sp>
      <p:sp>
        <p:nvSpPr>
          <p:cNvPr id="26" name="مستطيل مستدير الزوايا 25"/>
          <p:cNvSpPr/>
          <p:nvPr/>
        </p:nvSpPr>
        <p:spPr>
          <a:xfrm>
            <a:off x="7695932" y="3743696"/>
            <a:ext cx="1440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Left</a:t>
            </a:r>
            <a:r>
              <a:rPr lang="en-US" b="1" dirty="0"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Side</a:t>
            </a:r>
            <a:endParaRPr lang="ar-SA" sz="2400" b="1" dirty="0">
              <a:latin typeface="+mj-lt"/>
            </a:endParaRPr>
          </a:p>
        </p:txBody>
      </p:sp>
      <p:sp>
        <p:nvSpPr>
          <p:cNvPr id="27" name="مستطيل مستدير الزوايا 26"/>
          <p:cNvSpPr/>
          <p:nvPr/>
        </p:nvSpPr>
        <p:spPr>
          <a:xfrm>
            <a:off x="6610507" y="5620925"/>
            <a:ext cx="1008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Lower</a:t>
            </a:r>
            <a:endParaRPr lang="ar-SA" sz="2400" b="1" dirty="0">
              <a:latin typeface="+mj-lt"/>
            </a:endParaRPr>
          </a:p>
        </p:txBody>
      </p:sp>
      <p:sp>
        <p:nvSpPr>
          <p:cNvPr id="28" name="مستطيل مستدير الزوايا 27"/>
          <p:cNvSpPr/>
          <p:nvPr/>
        </p:nvSpPr>
        <p:spPr>
          <a:xfrm>
            <a:off x="3827009" y="5633686"/>
            <a:ext cx="1008000" cy="360000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upper</a:t>
            </a:r>
            <a:endParaRPr lang="ar-SA" sz="2400" b="1" dirty="0">
              <a:latin typeface="+mj-lt"/>
            </a:endParaRPr>
          </a:p>
        </p:txBody>
      </p:sp>
      <p:sp>
        <p:nvSpPr>
          <p:cNvPr id="3" name="مستطيل 4">
            <a:extLst>
              <a:ext uri="{FF2B5EF4-FFF2-40B4-BE49-F238E27FC236}">
                <a16:creationId xmlns:a16="http://schemas.microsoft.com/office/drawing/2014/main" id="{0404B517-FCF7-6721-B10C-80D6FA72CD52}"/>
              </a:ext>
            </a:extLst>
          </p:cNvPr>
          <p:cNvSpPr>
            <a:spLocks/>
          </p:cNvSpPr>
          <p:nvPr/>
        </p:nvSpPr>
        <p:spPr>
          <a:xfrm>
            <a:off x="801297" y="135833"/>
            <a:ext cx="2150693" cy="289007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0" name="مستطيل 5">
            <a:extLst>
              <a:ext uri="{FF2B5EF4-FFF2-40B4-BE49-F238E27FC236}">
                <a16:creationId xmlns:a16="http://schemas.microsoft.com/office/drawing/2014/main" id="{56298F6C-1C58-D70E-607D-C1F4C735BDF0}"/>
              </a:ext>
            </a:extLst>
          </p:cNvPr>
          <p:cNvSpPr/>
          <p:nvPr/>
        </p:nvSpPr>
        <p:spPr>
          <a:xfrm>
            <a:off x="3615013" y="135834"/>
            <a:ext cx="2150691" cy="289007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1" name="مستطيل 6">
            <a:extLst>
              <a:ext uri="{FF2B5EF4-FFF2-40B4-BE49-F238E27FC236}">
                <a16:creationId xmlns:a16="http://schemas.microsoft.com/office/drawing/2014/main" id="{3AF0EDBF-11BB-8195-0437-EFC623B52520}"/>
              </a:ext>
            </a:extLst>
          </p:cNvPr>
          <p:cNvSpPr/>
          <p:nvPr/>
        </p:nvSpPr>
        <p:spPr>
          <a:xfrm>
            <a:off x="6401434" y="135834"/>
            <a:ext cx="2150693" cy="289189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22" name="مستطيل 7">
            <a:extLst>
              <a:ext uri="{FF2B5EF4-FFF2-40B4-BE49-F238E27FC236}">
                <a16:creationId xmlns:a16="http://schemas.microsoft.com/office/drawing/2014/main" id="{9D26E929-1F91-26F8-F9F5-B9C11BC5FE03}"/>
              </a:ext>
            </a:extLst>
          </p:cNvPr>
          <p:cNvSpPr>
            <a:spLocks noChangeAspect="1"/>
          </p:cNvSpPr>
          <p:nvPr/>
        </p:nvSpPr>
        <p:spPr>
          <a:xfrm>
            <a:off x="9201519" y="135834"/>
            <a:ext cx="2150693" cy="2893724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75601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072232" y="92468"/>
            <a:ext cx="5964071" cy="658457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lt"/>
              </a:rPr>
              <a:t>STUDY CAST PHOTOGRAPH</a:t>
            </a:r>
            <a:endParaRPr lang="ar-SA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مستطيل 4"/>
          <p:cNvSpPr/>
          <p:nvPr/>
        </p:nvSpPr>
        <p:spPr>
          <a:xfrm>
            <a:off x="986384" y="1541084"/>
            <a:ext cx="3240000" cy="201168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7" name="مستطيل 6"/>
          <p:cNvSpPr/>
          <p:nvPr/>
        </p:nvSpPr>
        <p:spPr>
          <a:xfrm>
            <a:off x="4418226" y="1541084"/>
            <a:ext cx="3240000" cy="201168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8" name="مستطيل 7"/>
          <p:cNvSpPr/>
          <p:nvPr/>
        </p:nvSpPr>
        <p:spPr>
          <a:xfrm>
            <a:off x="7882152" y="1541084"/>
            <a:ext cx="3240000" cy="2011680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9" name="مستطيل مستدير الزوايا 8"/>
          <p:cNvSpPr/>
          <p:nvPr/>
        </p:nvSpPr>
        <p:spPr>
          <a:xfrm>
            <a:off x="1815187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Right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مستطيل مستدير الزوايا 9"/>
          <p:cNvSpPr/>
          <p:nvPr/>
        </p:nvSpPr>
        <p:spPr>
          <a:xfrm>
            <a:off x="5383993" y="1055079"/>
            <a:ext cx="1440000" cy="396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Frontal 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1" name="مستطيل مستدير الزوايا 10"/>
          <p:cNvSpPr/>
          <p:nvPr/>
        </p:nvSpPr>
        <p:spPr>
          <a:xfrm>
            <a:off x="8760462" y="1055079"/>
            <a:ext cx="1440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Left</a:t>
            </a:r>
            <a:r>
              <a:rPr lang="en-US" b="1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Side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2" name="مستطيل مستدير الزوايا 11"/>
          <p:cNvSpPr/>
          <p:nvPr/>
        </p:nvSpPr>
        <p:spPr>
          <a:xfrm>
            <a:off x="7351262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Lower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مستطيل 17"/>
          <p:cNvSpPr/>
          <p:nvPr/>
        </p:nvSpPr>
        <p:spPr>
          <a:xfrm>
            <a:off x="2551833" y="3684462"/>
            <a:ext cx="3420000" cy="255117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19" name="مستطيل 18"/>
          <p:cNvSpPr/>
          <p:nvPr/>
        </p:nvSpPr>
        <p:spPr>
          <a:xfrm>
            <a:off x="6145262" y="3684462"/>
            <a:ext cx="3420000" cy="2551176"/>
          </a:xfrm>
          <a:prstGeom prst="rect">
            <a:avLst/>
          </a:prstGeom>
          <a:solidFill>
            <a:schemeClr val="bg1"/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prstClr val="white"/>
              </a:solidFill>
            </a:endParaRPr>
          </a:p>
        </p:txBody>
      </p:sp>
      <p:sp>
        <p:nvSpPr>
          <p:cNvPr id="21" name="مستطيل مستدير الزوايا 20"/>
          <p:cNvSpPr/>
          <p:nvPr/>
        </p:nvSpPr>
        <p:spPr>
          <a:xfrm>
            <a:off x="3754468" y="6342077"/>
            <a:ext cx="1008000" cy="36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solidFill>
                  <a:prstClr val="white"/>
                </a:solidFill>
                <a:latin typeface="Calibri Light" panose="020F0302020204030204"/>
              </a:rPr>
              <a:t>upper</a:t>
            </a:r>
            <a:endParaRPr lang="ar-SA" sz="2400" b="1" dirty="0">
              <a:solidFill>
                <a:prstClr val="white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72778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مستدير الزوايا 4"/>
          <p:cNvSpPr/>
          <p:nvPr/>
        </p:nvSpPr>
        <p:spPr>
          <a:xfrm>
            <a:off x="4910389" y="615490"/>
            <a:ext cx="2371222" cy="4787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Panoramic X-Ray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6063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مستدير الزوايا 4"/>
          <p:cNvSpPr/>
          <p:nvPr/>
        </p:nvSpPr>
        <p:spPr>
          <a:xfrm>
            <a:off x="1750401" y="805217"/>
            <a:ext cx="2889837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Cephalometric  X-Ray</a:t>
            </a:r>
            <a:endParaRPr lang="ar-SA" sz="2400" b="1" dirty="0">
              <a:latin typeface="+mj-lt"/>
            </a:endParaRPr>
          </a:p>
        </p:txBody>
      </p:sp>
      <p:sp>
        <p:nvSpPr>
          <p:cNvPr id="7" name="مستطيل مستدير الزوايا 6"/>
          <p:cNvSpPr/>
          <p:nvPr/>
        </p:nvSpPr>
        <p:spPr>
          <a:xfrm>
            <a:off x="7129894" y="797787"/>
            <a:ext cx="3010393" cy="43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2400" b="1" dirty="0">
                <a:latin typeface="+mj-lt"/>
              </a:rPr>
              <a:t>Cephalometric  Tracing</a:t>
            </a:r>
            <a:endParaRPr lang="ar-SA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6930254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126</Words>
  <Application>Microsoft Office PowerPoint</Application>
  <PresentationFormat>شاشة عريضة</PresentationFormat>
  <Paragraphs>60</Paragraphs>
  <Slides>15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15</vt:i4>
      </vt:variant>
    </vt:vector>
  </HeadingPairs>
  <TitlesOfParts>
    <vt:vector size="20" baseType="lpstr">
      <vt:lpstr>Arial</vt:lpstr>
      <vt:lpstr>Berlin Sans FB</vt:lpstr>
      <vt:lpstr>Calibri</vt:lpstr>
      <vt:lpstr>Calibri Light</vt:lpstr>
      <vt:lpstr>نسق Office</vt:lpstr>
      <vt:lpstr>عرض تقديمي في PowerPoint</vt:lpstr>
      <vt:lpstr>Pre-treatment Record </vt:lpstr>
      <vt:lpstr>EXTRA ORAL PHOTOGRAPH</vt:lpstr>
      <vt:lpstr>INTRA ORAL PHOTOGRAPH</vt:lpstr>
      <vt:lpstr>عرض تقديمي في PowerPoint</vt:lpstr>
      <vt:lpstr>STUDY CAST PHOTOGRAPH</vt:lpstr>
      <vt:lpstr>عرض تقديمي في PowerPoint</vt:lpstr>
      <vt:lpstr>عرض تقديمي في PowerPoint</vt:lpstr>
      <vt:lpstr>Post-treatment Record </vt:lpstr>
      <vt:lpstr>EXTRA ORAL PHOTOGRAPH</vt:lpstr>
      <vt:lpstr>INTRA ORAL PHOTOGRAPH</vt:lpstr>
      <vt:lpstr>عرض تقديمي في PowerPoint</vt:lpstr>
      <vt:lpstr>STUDY CAST PHOTOGRAPH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fujitsu</dc:creator>
  <cp:lastModifiedBy>alaa abo arrijal</cp:lastModifiedBy>
  <cp:revision>89</cp:revision>
  <dcterms:created xsi:type="dcterms:W3CDTF">2021-06-01T21:29:08Z</dcterms:created>
  <dcterms:modified xsi:type="dcterms:W3CDTF">2026-06-14T10:31:08Z</dcterms:modified>
</cp:coreProperties>
</file>